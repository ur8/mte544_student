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AE59B-FDE9-C335-662F-15DC94CBA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E15E7-60BF-5B88-5671-0F0CF1D5C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9BBA9-2BB7-1DCC-1009-2FE5BB76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8AC1-E1CD-4EFC-A0C8-408339ACD777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EF320-8827-374A-22AA-F27F1B5C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D86EF-B02A-E1E0-88B6-ADB983EA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7972-4ABC-40FF-A151-826D02676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731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3278-5FF3-B832-C6AF-70CC8078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8C102-713F-735E-8E89-3CAB72F99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2026A-129A-9E68-93D1-6E4B1025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8AC1-E1CD-4EFC-A0C8-408339ACD777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DC3F-843B-C9C1-83E4-86BFEBF9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48543-E8B5-B14C-6819-50E85A773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7972-4ABC-40FF-A151-826D02676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7862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62F04-77F3-E74B-736F-D118F16B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10056-4E61-BEAF-536C-987627D8B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9DD6D-EC84-7460-8F66-EAB521AA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8AC1-E1CD-4EFC-A0C8-408339ACD777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E7625-A94F-795E-9C40-155CF670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D0A87-E5DE-5952-FB46-E943682A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7972-4ABC-40FF-A151-826D02676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146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B12A-64D7-09AB-80B8-FE4DE5062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481CF-E90D-24D2-40C7-114FFB2E0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E98E7-ACD9-134D-3435-C1DD32877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6221C-A9CA-0532-AA31-8F533FD4F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8AC1-E1CD-4EFC-A0C8-408339ACD777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A16DB-15AF-69DA-7F21-2320BD0B6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50939-347A-3441-BFCD-7ACDC9F6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7972-4ABC-40FF-A151-826D02676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4595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44AD-A726-97B6-D3AB-1F98435EE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CBFB1-82F3-4D79-8256-050D566A7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6ED32-3B6B-6F29-205B-3E1C3D4E9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2F47FA-907A-DC98-ED7B-7E751C8E0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CB512B-8089-7150-6802-15E904585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4CBCF3-8B8E-8239-F3F0-64C49ED7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8AC1-E1CD-4EFC-A0C8-408339ACD777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BD263E-4093-781B-4982-EA9B682E1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10376-64C5-40D7-7CA1-80246138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7972-4ABC-40FF-A151-826D02676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860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F0893-95DD-68E5-7E3E-EC176600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2F5DB5-7565-5B08-6E00-B03C32481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8AC1-E1CD-4EFC-A0C8-408339ACD777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BD7EF-FEF7-3B27-70C7-AFACCB6C4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63585-24C0-C219-E30F-BE4763C41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7972-4ABC-40FF-A151-826D02676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0357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97860-2964-D146-3BF3-7E083BAA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8AC1-E1CD-4EFC-A0C8-408339ACD777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06C107-12F3-03B4-C90D-44EC2CD50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1F30-604D-3AA7-1932-00E636F4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7972-4ABC-40FF-A151-826D02676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5388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EA22-4D55-AD53-0B8C-5F0C074C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C8913-5629-8E2C-E763-B56D2EDBC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EF997-C498-86A2-8E97-1F4004EBF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2A058-4EEC-3F07-31B1-058DA6AA7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8AC1-E1CD-4EFC-A0C8-408339ACD777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BE21F-7668-0F59-89E5-0BE7E529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EF64D-F252-0461-EFD4-641AB3A0A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7972-4ABC-40FF-A151-826D02676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984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49E8-AAAE-06F6-0726-54DAA830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83166-D41C-05CD-3B57-4641E70A959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62BD0-4F40-3004-A6BE-7BAD7E130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07A99-E31B-4CC7-1B96-1DA329BF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8AC1-E1CD-4EFC-A0C8-408339ACD777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EE413-5013-3592-FF38-2F02167AC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B43F5-7C8F-06EB-77FD-A1A3DB7E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7972-4ABC-40FF-A151-826D02676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577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0868-111A-59AA-14DA-6D10E2D6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4BC62-9A53-326D-ECC8-4CADD16FA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B602D-2887-0E34-159B-E75A608A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8AC1-E1CD-4EFC-A0C8-408339ACD777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B4956-E4CD-EFC5-6870-BC74D6EC0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10102-4FEE-8932-DC9D-34665DE9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7972-4ABC-40FF-A151-826D02676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3926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6961A2-9F25-3344-64D5-C579161DAF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E65BF-289B-491D-F9C7-857F96599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844-95DC-3E20-FE2E-6F42F7754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8AC1-E1CD-4EFC-A0C8-408339ACD777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CCB11-9D1E-3043-E866-F71F4BC2A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F32EB-22E5-9C14-F2A6-94CC6F85C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7972-4ABC-40FF-A151-826D02676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597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F4CFA-6DAB-2A53-BD59-F2C63BDF1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6E4A8-28BA-56BD-EEA1-D3CEF38A4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99D84-FEA6-5F06-DBCA-52D47DB94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88AC1-E1CD-4EFC-A0C8-408339ACD777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440E5-26D5-45CB-4455-38D6236ED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78835-8055-043F-0D6B-6CEABE949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F7972-4ABC-40FF-A151-826D026766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421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5109236-A6D1-0FA5-3EA0-5DA705ACF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1917963"/>
            <a:ext cx="3517119" cy="301592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7B2F8A5-AAE9-D116-C3BF-9BEA963692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76" y="2099423"/>
            <a:ext cx="3537345" cy="265300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7FAC681-0717-A1FA-7727-A966DDC7C8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336" y="2107008"/>
            <a:ext cx="3517120" cy="26378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71B7F0-0E95-518E-F914-D3C8E1D0E73E}"/>
              </a:ext>
            </a:extLst>
          </p:cNvPr>
          <p:cNvSpPr txBox="1"/>
          <p:nvPr/>
        </p:nvSpPr>
        <p:spPr>
          <a:xfrm>
            <a:off x="3363595" y="1548631"/>
            <a:ext cx="5569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Circle Motion Sensor Plots</a:t>
            </a:r>
          </a:p>
        </p:txBody>
      </p:sp>
    </p:spTree>
    <p:extLst>
      <p:ext uri="{BB962C8B-B14F-4D97-AF65-F5344CB8AC3E}">
        <p14:creationId xmlns:p14="http://schemas.microsoft.com/office/powerpoint/2010/main" val="64666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E5458-C80B-719C-6CA1-965E2340D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1917963"/>
            <a:ext cx="3517119" cy="301592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A736773-D873-6B9F-B3E1-EB8A55A75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76" y="2099423"/>
            <a:ext cx="3537345" cy="265300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EDFB8D4-93DF-4151-C2D3-EA96A27C9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336" y="2107008"/>
            <a:ext cx="3517120" cy="2637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8B0C78-2B4C-2B41-610C-3F62C1FA1905}"/>
              </a:ext>
            </a:extLst>
          </p:cNvPr>
          <p:cNvSpPr txBox="1"/>
          <p:nvPr/>
        </p:nvSpPr>
        <p:spPr>
          <a:xfrm>
            <a:off x="3363595" y="1548631"/>
            <a:ext cx="5569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Line Motion Sensor Plots</a:t>
            </a:r>
          </a:p>
        </p:txBody>
      </p:sp>
    </p:spTree>
    <p:extLst>
      <p:ext uri="{BB962C8B-B14F-4D97-AF65-F5344CB8AC3E}">
        <p14:creationId xmlns:p14="http://schemas.microsoft.com/office/powerpoint/2010/main" val="96402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38F4D1-0E9B-9318-9ADE-9918BE13A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1917963"/>
            <a:ext cx="3517119" cy="301592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B214E9F-1CF1-0DEF-4E37-9F5F8F585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76" y="2099423"/>
            <a:ext cx="3537345" cy="265300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31CF825-31F6-63BA-D681-965B32D68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336" y="2107008"/>
            <a:ext cx="3517120" cy="2637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B77E12-69CB-405A-9BF2-F8D025F75978}"/>
              </a:ext>
            </a:extLst>
          </p:cNvPr>
          <p:cNvSpPr txBox="1"/>
          <p:nvPr/>
        </p:nvSpPr>
        <p:spPr>
          <a:xfrm>
            <a:off x="3363595" y="1548631"/>
            <a:ext cx="5569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Spiral Motion Sensor Plots</a:t>
            </a:r>
          </a:p>
        </p:txBody>
      </p:sp>
    </p:spTree>
    <p:extLst>
      <p:ext uri="{BB962C8B-B14F-4D97-AF65-F5344CB8AC3E}">
        <p14:creationId xmlns:p14="http://schemas.microsoft.com/office/powerpoint/2010/main" val="2737415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371198-248F-2BD1-DABB-023E96336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439" y="1921036"/>
            <a:ext cx="3517119" cy="301592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4C1BD12-EE8B-2635-146C-EBBA4A44E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76" y="1921036"/>
            <a:ext cx="3537345" cy="3033272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625D0DE-CD44-BBBA-B24D-1E2A42BE2E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52" y="1926634"/>
            <a:ext cx="3517120" cy="30159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7C40E1-9DD8-0F08-A6F2-5EC904325E63}"/>
              </a:ext>
            </a:extLst>
          </p:cNvPr>
          <p:cNvSpPr txBox="1"/>
          <p:nvPr/>
        </p:nvSpPr>
        <p:spPr>
          <a:xfrm>
            <a:off x="3311234" y="1008042"/>
            <a:ext cx="5569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Lidar Scans for Circle, Line, and Spiral Motions</a:t>
            </a:r>
          </a:p>
        </p:txBody>
      </p:sp>
    </p:spTree>
    <p:extLst>
      <p:ext uri="{BB962C8B-B14F-4D97-AF65-F5344CB8AC3E}">
        <p14:creationId xmlns:p14="http://schemas.microsoft.com/office/powerpoint/2010/main" val="1560649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Ilan Rajpar</dc:creator>
  <cp:lastModifiedBy>Ilan Rajpar</cp:lastModifiedBy>
  <cp:revision>1</cp:revision>
  <dcterms:created xsi:type="dcterms:W3CDTF">2026-10-19T19:20:16Z</dcterms:created>
  <dcterms:modified xsi:type="dcterms:W3CDTF">2026-10-19T19:33:45Z</dcterms:modified>
</cp:coreProperties>
</file>